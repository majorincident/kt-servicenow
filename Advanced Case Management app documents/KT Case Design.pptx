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3"/>
  </p:normalViewPr>
  <p:slideViewPr>
    <p:cSldViewPr snapToGrid="0" snapToObjects="1">
      <p:cViewPr varScale="1">
        <p:scale>
          <a:sx n="117" d="100"/>
          <a:sy n="117" d="100"/>
        </p:scale>
        <p:origin x="3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AD327-93FC-5547-8F82-FA74A128A0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6F69A-6676-FC40-A747-926D1656F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67727-5B2E-554A-8140-FD44918A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7875D-B1D2-A147-BF90-7B444D78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D9851-621C-E645-81B6-25A4D8740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238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6E312-7C47-A14B-96DB-013E61FB8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53BF9-35BF-CB45-92C4-663D10AB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99933-2193-D041-A5FB-FBA2FEBB6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F1DD9-9607-7940-854C-61173F3D7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7A545-9A32-354D-BAA0-04BBAC93B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3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F66FF-5876-2C41-8387-24302B34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C28A7-4735-6F46-B508-8E4ABFA01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374FF-22B6-5643-B1E8-022AD7C25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06BDB-4E8F-2848-9A53-1520F5FD9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141DD-7D8C-4E49-B701-B54AF1BC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272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F96C-C990-4C41-802A-C75E23FBB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E6055-493E-274F-9318-5B975436D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21089B-ADD6-2646-9860-A28A2D879D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ACD0EA-1C0F-3A44-A571-CFF3E556F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8EAC6-1DE6-4744-905F-A7B3B3BF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B2A439-5903-DE49-8901-05BA3ACDF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865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A7311-2732-7441-B79C-7A3330211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17B276-891A-7E40-AC7F-E42E17687B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BB6320-239C-304D-9920-6B4E74BFB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D5E37-EA2E-8E4F-B212-99EA7B860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44E06A-D2BB-3B49-96DF-9C29E6F7B5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8E3B91-4FFB-D14F-A5FD-56E344EE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50E2DA-56D9-4143-9885-7FA0F9FF0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106AAD-98C1-E743-A54C-2E4DD8E3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5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FEC2-8F89-0E40-8D4A-BE4D0476C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4A38EE-298D-CB43-93BA-2E23F292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FF79F1-CFF8-E04D-A062-91FC0586C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F8AAB-D8A1-FC4F-A662-ECD7EAD6D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4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E392C0-3F55-2D46-B539-9AD07F992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F02018-DDF2-094A-9D8F-CF167458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7E55EE-4EE5-3046-ADA1-0FF3568BA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C2AD3-FB10-0549-8D13-C97F2F622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CF01-50CA-724F-BE82-5E96DB1B9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6E951-F78B-FE4C-917B-7C68CED6F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C98E5-AEA4-1F46-8941-E68F4D7C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51C41-DBD9-D146-949F-A2FAB8159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187F8-04A9-3047-A273-666DE09A8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74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D0F8E-59F3-3F45-A1B8-E3C335E12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AFA78D-87DA-3D4D-A4AA-5735F9C0DE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00DD8-5FD9-B64A-891B-D31E819F43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6A026-516B-254E-80CB-A9A8E280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2C2E4-9F4D-3343-9CFD-0AFF1C19D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B5B03F-474A-BF4D-8E44-5394A9FCB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66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0BC68-7B85-B048-A1D8-C30CBC60E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DCD7B-55A7-5642-87B7-BCF78AE9E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80157-079B-8147-990B-225FF8EE6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F66E7-B0AE-7046-BD7D-8571E366E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11D4B-7183-804B-B320-796BD1A4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12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646D52-DC7F-CC4A-BC1A-D6088E77B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7CC55-C839-854F-905E-DA2E4DDC67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DDEA6D-AA18-0248-BF27-EC3ACF99B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1BEFE-6340-A143-BDC6-5900C14CB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B5CEA-3D3F-7B49-A971-4FAD99D1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787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B37E48-4F3E-A141-B1C8-E0C60AE35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F8150-93A2-6249-89AA-2CB82A931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877CF-00B3-8243-B3E6-E57DB7F338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1BCF9-F767-354F-9C43-9985B3AAD081}" type="datetimeFigureOut">
              <a:rPr lang="en-US" smtClean="0"/>
              <a:t>1/28/20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908EC-55FB-FB43-B427-6DDD48ADE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F2F10-F7C2-1741-A33D-0539D56D8F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5E24A-E85C-AC43-BA32-3FE40A7596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45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3BBFB67-8BA7-E349-99F1-65FFE5385D9D}"/>
              </a:ext>
            </a:extLst>
          </p:cNvPr>
          <p:cNvGrpSpPr/>
          <p:nvPr/>
        </p:nvGrpSpPr>
        <p:grpSpPr>
          <a:xfrm>
            <a:off x="1114425" y="602845"/>
            <a:ext cx="8358188" cy="6109814"/>
            <a:chOff x="1114425" y="602845"/>
            <a:chExt cx="8358188" cy="6109814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B060B3E-8580-C44E-B6D3-9C441285C113}"/>
                </a:ext>
              </a:extLst>
            </p:cNvPr>
            <p:cNvSpPr/>
            <p:nvPr/>
          </p:nvSpPr>
          <p:spPr>
            <a:xfrm>
              <a:off x="1114425" y="1589314"/>
              <a:ext cx="8358188" cy="4568600"/>
            </a:xfrm>
            <a:prstGeom prst="roundRect">
              <a:avLst/>
            </a:prstGeom>
            <a:noFill/>
            <a:ln w="349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D34813-46AD-9F4F-98C3-7B1E2D13A79D}"/>
                </a:ext>
              </a:extLst>
            </p:cNvPr>
            <p:cNvSpPr/>
            <p:nvPr/>
          </p:nvSpPr>
          <p:spPr>
            <a:xfrm>
              <a:off x="4698910" y="602845"/>
              <a:ext cx="1328737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3404CFF-3C84-2C40-8AA4-553FCFFCA30E}"/>
                </a:ext>
              </a:extLst>
            </p:cNvPr>
            <p:cNvSpPr txBox="1"/>
            <p:nvPr/>
          </p:nvSpPr>
          <p:spPr>
            <a:xfrm>
              <a:off x="4884646" y="745718"/>
              <a:ext cx="8232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Case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2110F81-702F-824A-90F6-7F8350A23650}"/>
                </a:ext>
              </a:extLst>
            </p:cNvPr>
            <p:cNvSpPr/>
            <p:nvPr/>
          </p:nvSpPr>
          <p:spPr>
            <a:xfrm>
              <a:off x="4311693" y="2052071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8257BE7-DAE0-AD4B-81DF-62A4598AC918}"/>
                </a:ext>
              </a:extLst>
            </p:cNvPr>
            <p:cNvSpPr txBox="1"/>
            <p:nvPr/>
          </p:nvSpPr>
          <p:spPr>
            <a:xfrm>
              <a:off x="4550285" y="2063072"/>
              <a:ext cx="115762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Case Analysis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1113D3-74BA-2640-9D1E-7F10D416597E}"/>
                </a:ext>
              </a:extLst>
            </p:cNvPr>
            <p:cNvSpPr txBox="1"/>
            <p:nvPr/>
          </p:nvSpPr>
          <p:spPr>
            <a:xfrm>
              <a:off x="4400826" y="2370849"/>
              <a:ext cx="151355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x_ket_acm_case_analysis</a:t>
              </a:r>
              <a:endParaRPr lang="en-US" sz="1000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B23F76-CB30-3249-BC36-D0C2A7ECA2EF}"/>
                </a:ext>
              </a:extLst>
            </p:cNvPr>
            <p:cNvSpPr/>
            <p:nvPr/>
          </p:nvSpPr>
          <p:spPr>
            <a:xfrm>
              <a:off x="1460541" y="2791647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A8EC45-BC42-B64C-97CD-36DCB6FC903F}"/>
                </a:ext>
              </a:extLst>
            </p:cNvPr>
            <p:cNvSpPr txBox="1"/>
            <p:nvPr/>
          </p:nvSpPr>
          <p:spPr>
            <a:xfrm>
              <a:off x="1498181" y="2802648"/>
              <a:ext cx="155952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Situation Appraisal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EA34F52-CC32-9846-A55D-EE027838E1A5}"/>
                </a:ext>
              </a:extLst>
            </p:cNvPr>
            <p:cNvSpPr txBox="1"/>
            <p:nvPr/>
          </p:nvSpPr>
          <p:spPr>
            <a:xfrm>
              <a:off x="1393868" y="3110425"/>
              <a:ext cx="181972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x_ket_acm_situation_appraisal</a:t>
              </a:r>
              <a:endParaRPr lang="en-US" sz="1000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173EC37-18BA-F941-BEF5-3E0E2CC40B48}"/>
                </a:ext>
              </a:extLst>
            </p:cNvPr>
            <p:cNvSpPr/>
            <p:nvPr/>
          </p:nvSpPr>
          <p:spPr>
            <a:xfrm>
              <a:off x="1393868" y="3773197"/>
              <a:ext cx="3470283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82C88D-9397-B44F-966F-1F5BFE2D3D14}"/>
                </a:ext>
              </a:extLst>
            </p:cNvPr>
            <p:cNvSpPr txBox="1"/>
            <p:nvPr/>
          </p:nvSpPr>
          <p:spPr>
            <a:xfrm>
              <a:off x="1346073" y="3784198"/>
              <a:ext cx="35180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List Possible Causes and Most Probable Cause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7AFF1F-C8E0-B64C-8E52-5110E023AAD8}"/>
                </a:ext>
              </a:extLst>
            </p:cNvPr>
            <p:cNvSpPr txBox="1"/>
            <p:nvPr/>
          </p:nvSpPr>
          <p:spPr>
            <a:xfrm>
              <a:off x="2263899" y="4091975"/>
              <a:ext cx="1662635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x_ket_acm_possible_causes</a:t>
              </a:r>
              <a:endParaRPr lang="en-US" sz="1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F76A419-0DDD-C842-B375-6A5E425CB70E}"/>
                </a:ext>
              </a:extLst>
            </p:cNvPr>
            <p:cNvSpPr/>
            <p:nvPr/>
          </p:nvSpPr>
          <p:spPr>
            <a:xfrm>
              <a:off x="2329636" y="4775212"/>
              <a:ext cx="3766363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5D6CA3C-5FCE-114D-98E4-449C59C11FA4}"/>
                </a:ext>
              </a:extLst>
            </p:cNvPr>
            <p:cNvSpPr txBox="1"/>
            <p:nvPr/>
          </p:nvSpPr>
          <p:spPr>
            <a:xfrm>
              <a:off x="2329636" y="4786213"/>
              <a:ext cx="380264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Specify the Problem and Evaluate Possible Causes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121CB32-731B-9E41-BB38-4AABAFF57BF7}"/>
                </a:ext>
              </a:extLst>
            </p:cNvPr>
            <p:cNvSpPr txBox="1"/>
            <p:nvPr/>
          </p:nvSpPr>
          <p:spPr>
            <a:xfrm>
              <a:off x="3389744" y="5093990"/>
              <a:ext cx="155202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x_ket_acm_is_and_is_not</a:t>
              </a:r>
              <a:endParaRPr lang="en-US" sz="10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2647B1-2F51-3149-8579-9EC51C92384C}"/>
                </a:ext>
              </a:extLst>
            </p:cNvPr>
            <p:cNvSpPr/>
            <p:nvPr/>
          </p:nvSpPr>
          <p:spPr>
            <a:xfrm>
              <a:off x="6411177" y="4739237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C918446-0CC0-9D4A-BA63-311D85AF8D93}"/>
                </a:ext>
              </a:extLst>
            </p:cNvPr>
            <p:cNvSpPr txBox="1"/>
            <p:nvPr/>
          </p:nvSpPr>
          <p:spPr>
            <a:xfrm>
              <a:off x="6732292" y="4750238"/>
              <a:ext cx="9925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Select a Fix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08015F-9184-AD4E-A9DE-DA800389B2DD}"/>
                </a:ext>
              </a:extLst>
            </p:cNvPr>
            <p:cNvSpPr txBox="1"/>
            <p:nvPr/>
          </p:nvSpPr>
          <p:spPr>
            <a:xfrm>
              <a:off x="6377162" y="5058015"/>
              <a:ext cx="172515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x_ket_acm_decision_analysis</a:t>
              </a:r>
              <a:endParaRPr lang="en-US" sz="1000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EAACC48-F423-0944-9B71-BFC1F0158D75}"/>
                </a:ext>
              </a:extLst>
            </p:cNvPr>
            <p:cNvSpPr/>
            <p:nvPr/>
          </p:nvSpPr>
          <p:spPr>
            <a:xfrm>
              <a:off x="7077932" y="3707000"/>
              <a:ext cx="1687194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71972D-1A59-A34B-BE74-03806F00CD8F}"/>
                </a:ext>
              </a:extLst>
            </p:cNvPr>
            <p:cNvSpPr txBox="1"/>
            <p:nvPr/>
          </p:nvSpPr>
          <p:spPr>
            <a:xfrm>
              <a:off x="7273213" y="3718001"/>
              <a:ext cx="124425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Protect the Fix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291CD59-A26A-7A46-963A-74F3CF913B4A}"/>
                </a:ext>
              </a:extLst>
            </p:cNvPr>
            <p:cNvSpPr txBox="1"/>
            <p:nvPr/>
          </p:nvSpPr>
          <p:spPr>
            <a:xfrm>
              <a:off x="7043917" y="4025778"/>
              <a:ext cx="175560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 err="1"/>
                <a:t>x_ket_acm_risk_management</a:t>
              </a:r>
              <a:endParaRPr lang="en-US" sz="100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1054759-1963-604F-89A9-969B80EDB4C4}"/>
                </a:ext>
              </a:extLst>
            </p:cNvPr>
            <p:cNvSpPr/>
            <p:nvPr/>
          </p:nvSpPr>
          <p:spPr>
            <a:xfrm>
              <a:off x="7224979" y="2786730"/>
              <a:ext cx="1995482" cy="642937"/>
            </a:xfrm>
            <a:prstGeom prst="rect">
              <a:avLst/>
            </a:prstGeom>
            <a:noFill/>
            <a:ln w="254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6BE0D50-1F29-A842-88DF-D221CC6B57EF}"/>
                </a:ext>
              </a:extLst>
            </p:cNvPr>
            <p:cNvSpPr txBox="1"/>
            <p:nvPr/>
          </p:nvSpPr>
          <p:spPr>
            <a:xfrm>
              <a:off x="7299712" y="2797731"/>
              <a:ext cx="18447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dirty="0"/>
                <a:t>Avoid Future Problems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3309B45-2EC6-E944-AF7B-B35D9D11B2D6}"/>
                </a:ext>
              </a:extLst>
            </p:cNvPr>
            <p:cNvSpPr txBox="1"/>
            <p:nvPr/>
          </p:nvSpPr>
          <p:spPr>
            <a:xfrm>
              <a:off x="7208730" y="3105508"/>
              <a:ext cx="205697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1000" dirty="0" err="1"/>
                <a:t>x_ket_acm_avoid_future_problems</a:t>
              </a:r>
              <a:endParaRPr lang="en-US" sz="1000" dirty="0"/>
            </a:p>
          </p:txBody>
        </p:sp>
        <p:cxnSp>
          <p:nvCxnSpPr>
            <p:cNvPr id="30" name="Elbow Connector 29">
              <a:extLst>
                <a:ext uri="{FF2B5EF4-FFF2-40B4-BE49-F238E27FC236}">
                  <a16:creationId xmlns:a16="http://schemas.microsoft.com/office/drawing/2014/main" id="{ED51F184-EBAC-0842-8780-230057C28CB6}"/>
                </a:ext>
              </a:extLst>
            </p:cNvPr>
            <p:cNvCxnSpPr>
              <a:stCxn id="5" idx="2"/>
              <a:endCxn id="8" idx="0"/>
            </p:cNvCxnSpPr>
            <p:nvPr/>
          </p:nvCxnSpPr>
          <p:spPr>
            <a:xfrm rot="5400000">
              <a:off x="4837544" y="1537337"/>
              <a:ext cx="817290" cy="2341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>
              <a:extLst>
                <a:ext uri="{FF2B5EF4-FFF2-40B4-BE49-F238E27FC236}">
                  <a16:creationId xmlns:a16="http://schemas.microsoft.com/office/drawing/2014/main" id="{F09E6399-C19F-C54A-AA8F-0CFFE301CA46}"/>
                </a:ext>
              </a:extLst>
            </p:cNvPr>
            <p:cNvCxnSpPr>
              <a:stCxn id="7" idx="2"/>
              <a:endCxn id="10" idx="3"/>
            </p:cNvCxnSpPr>
            <p:nvPr/>
          </p:nvCxnSpPr>
          <p:spPr>
            <a:xfrm rot="5400000">
              <a:off x="3942459" y="1900285"/>
              <a:ext cx="418108" cy="200755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bow Connector 35">
              <a:extLst>
                <a:ext uri="{FF2B5EF4-FFF2-40B4-BE49-F238E27FC236}">
                  <a16:creationId xmlns:a16="http://schemas.microsoft.com/office/drawing/2014/main" id="{F4B26EF3-CE57-4445-9E0D-8A32FE88460E}"/>
                </a:ext>
              </a:extLst>
            </p:cNvPr>
            <p:cNvCxnSpPr>
              <a:stCxn id="7" idx="2"/>
              <a:endCxn id="13" idx="3"/>
            </p:cNvCxnSpPr>
            <p:nvPr/>
          </p:nvCxnSpPr>
          <p:spPr>
            <a:xfrm rot="5400000">
              <a:off x="4309892" y="3249268"/>
              <a:ext cx="1399658" cy="29113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E32F54CC-7F81-8641-BB7E-AB5CB6C6518F}"/>
                </a:ext>
              </a:extLst>
            </p:cNvPr>
            <p:cNvCxnSpPr>
              <a:stCxn id="9" idx="2"/>
              <a:endCxn id="17" idx="0"/>
            </p:cNvCxnSpPr>
            <p:nvPr/>
          </p:nvCxnSpPr>
          <p:spPr>
            <a:xfrm rot="5400000">
              <a:off x="3609710" y="3238318"/>
              <a:ext cx="2169143" cy="926646"/>
            </a:xfrm>
            <a:prstGeom prst="bentConnector3">
              <a:avLst>
                <a:gd name="adj1" fmla="val 84627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42">
              <a:extLst>
                <a:ext uri="{FF2B5EF4-FFF2-40B4-BE49-F238E27FC236}">
                  <a16:creationId xmlns:a16="http://schemas.microsoft.com/office/drawing/2014/main" id="{F1C71710-8A81-C544-8256-8079522C3E7E}"/>
                </a:ext>
              </a:extLst>
            </p:cNvPr>
            <p:cNvCxnSpPr>
              <a:cxnSpLocks/>
              <a:stCxn id="7" idx="2"/>
              <a:endCxn id="20" idx="0"/>
            </p:cNvCxnSpPr>
            <p:nvPr/>
          </p:nvCxnSpPr>
          <p:spPr>
            <a:xfrm rot="16200000" flipH="1">
              <a:off x="5164321" y="2685977"/>
              <a:ext cx="2055230" cy="2073292"/>
            </a:xfrm>
            <a:prstGeom prst="bentConnector3">
              <a:avLst>
                <a:gd name="adj1" fmla="val 85454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Elbow Connector 45">
              <a:extLst>
                <a:ext uri="{FF2B5EF4-FFF2-40B4-BE49-F238E27FC236}">
                  <a16:creationId xmlns:a16="http://schemas.microsoft.com/office/drawing/2014/main" id="{4722745A-3A3C-2746-8266-FF3ED151EAAE}"/>
                </a:ext>
              </a:extLst>
            </p:cNvPr>
            <p:cNvCxnSpPr>
              <a:cxnSpLocks/>
              <a:stCxn id="7" idx="2"/>
              <a:endCxn id="24" idx="1"/>
            </p:cNvCxnSpPr>
            <p:nvPr/>
          </p:nvCxnSpPr>
          <p:spPr>
            <a:xfrm rot="16200000" flipH="1">
              <a:off x="5372663" y="2477634"/>
              <a:ext cx="1453881" cy="188862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Elbow Connector 48">
              <a:extLst>
                <a:ext uri="{FF2B5EF4-FFF2-40B4-BE49-F238E27FC236}">
                  <a16:creationId xmlns:a16="http://schemas.microsoft.com/office/drawing/2014/main" id="{170E7F39-C6CE-E342-B704-A459455E2154}"/>
                </a:ext>
              </a:extLst>
            </p:cNvPr>
            <p:cNvCxnSpPr>
              <a:stCxn id="7" idx="2"/>
              <a:endCxn id="25" idx="1"/>
            </p:cNvCxnSpPr>
            <p:nvPr/>
          </p:nvCxnSpPr>
          <p:spPr>
            <a:xfrm rot="16200000" flipH="1">
              <a:off x="5983539" y="1866758"/>
              <a:ext cx="413191" cy="2069689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DAC5887-3D2E-A542-BA21-C2CA7E63CF26}"/>
                </a:ext>
              </a:extLst>
            </p:cNvPr>
            <p:cNvSpPr txBox="1"/>
            <p:nvPr/>
          </p:nvSpPr>
          <p:spPr>
            <a:xfrm>
              <a:off x="3827084" y="6343327"/>
              <a:ext cx="4726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Kepner-Tregoe Advanced Case Management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229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101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Jerome Bochnak</dc:creator>
  <cp:lastModifiedBy>Jerome Bochnak</cp:lastModifiedBy>
  <cp:revision>9</cp:revision>
  <dcterms:created xsi:type="dcterms:W3CDTF">2019-05-14T22:19:30Z</dcterms:created>
  <dcterms:modified xsi:type="dcterms:W3CDTF">2020-01-28T19:12:41Z</dcterms:modified>
</cp:coreProperties>
</file>